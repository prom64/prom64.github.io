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2040" y="-10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CE794-0CFC-4D5E-8EA9-37AF3D233C4E}" type="datetimeFigureOut">
              <a:rPr lang="en-GB" smtClean="0"/>
              <a:pPr/>
              <a:t>18/08/2018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8A2A-5674-40A1-9FFA-11E32FE6382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CE794-0CFC-4D5E-8EA9-37AF3D233C4E}" type="datetimeFigureOut">
              <a:rPr lang="en-GB" smtClean="0"/>
              <a:pPr/>
              <a:t>18/08/2018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8A2A-5674-40A1-9FFA-11E32FE6382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CE794-0CFC-4D5E-8EA9-37AF3D233C4E}" type="datetimeFigureOut">
              <a:rPr lang="en-GB" smtClean="0"/>
              <a:pPr/>
              <a:t>18/08/2018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8A2A-5674-40A1-9FFA-11E32FE6382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CE794-0CFC-4D5E-8EA9-37AF3D233C4E}" type="datetimeFigureOut">
              <a:rPr lang="en-GB" smtClean="0"/>
              <a:pPr/>
              <a:t>18/08/2018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8A2A-5674-40A1-9FFA-11E32FE6382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CE794-0CFC-4D5E-8EA9-37AF3D233C4E}" type="datetimeFigureOut">
              <a:rPr lang="en-GB" smtClean="0"/>
              <a:pPr/>
              <a:t>18/08/2018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8A2A-5674-40A1-9FFA-11E32FE6382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CE794-0CFC-4D5E-8EA9-37AF3D233C4E}" type="datetimeFigureOut">
              <a:rPr lang="en-GB" smtClean="0"/>
              <a:pPr/>
              <a:t>18/08/2018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8A2A-5674-40A1-9FFA-11E32FE6382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CE794-0CFC-4D5E-8EA9-37AF3D233C4E}" type="datetimeFigureOut">
              <a:rPr lang="en-GB" smtClean="0"/>
              <a:pPr/>
              <a:t>18/08/2018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8A2A-5674-40A1-9FFA-11E32FE6382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CE794-0CFC-4D5E-8EA9-37AF3D233C4E}" type="datetimeFigureOut">
              <a:rPr lang="en-GB" smtClean="0"/>
              <a:pPr/>
              <a:t>18/08/2018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8A2A-5674-40A1-9FFA-11E32FE6382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CE794-0CFC-4D5E-8EA9-37AF3D233C4E}" type="datetimeFigureOut">
              <a:rPr lang="en-GB" smtClean="0"/>
              <a:pPr/>
              <a:t>18/08/2018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8A2A-5674-40A1-9FFA-11E32FE6382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CE794-0CFC-4D5E-8EA9-37AF3D233C4E}" type="datetimeFigureOut">
              <a:rPr lang="en-GB" smtClean="0"/>
              <a:pPr/>
              <a:t>18/08/2018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8A2A-5674-40A1-9FFA-11E32FE6382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CE794-0CFC-4D5E-8EA9-37AF3D233C4E}" type="datetimeFigureOut">
              <a:rPr lang="en-GB" smtClean="0"/>
              <a:pPr/>
              <a:t>18/08/2018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8A2A-5674-40A1-9FFA-11E32FE6382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CCE794-0CFC-4D5E-8EA9-37AF3D233C4E}" type="datetimeFigureOut">
              <a:rPr lang="en-GB" smtClean="0"/>
              <a:pPr/>
              <a:t>18/08/2018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D8A2A-5674-40A1-9FFA-11E32FE6382F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76672" y="5868144"/>
            <a:ext cx="236955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i="1" dirty="0" smtClean="0">
                <a:latin typeface="Comic Sans MS" pitchFamily="66" charset="0"/>
              </a:rPr>
              <a:t>Willy </a:t>
            </a:r>
            <a:r>
              <a:rPr lang="en-GB" sz="2000" b="1" i="1" dirty="0" err="1" smtClean="0">
                <a:latin typeface="Comic Sans MS" pitchFamily="66" charset="0"/>
              </a:rPr>
              <a:t>Peerens</a:t>
            </a:r>
            <a:endParaRPr lang="en-GB" sz="2000" b="1" i="1" dirty="0" smtClean="0">
              <a:latin typeface="Comic Sans MS" pitchFamily="66" charset="0"/>
            </a:endParaRPr>
          </a:p>
          <a:p>
            <a:pPr algn="ctr"/>
            <a:endParaRPr lang="en-GB" i="1" dirty="0" smtClean="0">
              <a:latin typeface="Comic Sans MS" pitchFamily="66" charset="0"/>
            </a:endParaRPr>
          </a:p>
          <a:p>
            <a:pPr algn="ctr"/>
            <a:r>
              <a:rPr lang="en-GB" i="1" dirty="0" err="1" smtClean="0">
                <a:latin typeface="Comic Sans MS" pitchFamily="66" charset="0"/>
              </a:rPr>
              <a:t>Overleden</a:t>
            </a:r>
            <a:r>
              <a:rPr lang="en-GB" i="1" dirty="0" smtClean="0">
                <a:latin typeface="Comic Sans MS" pitchFamily="66" charset="0"/>
              </a:rPr>
              <a:t> 28/10/17</a:t>
            </a:r>
            <a:endParaRPr lang="en-GB" i="1" dirty="0"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6712" y="47880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1772816" y="1187624"/>
            <a:ext cx="31117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i="1" dirty="0" smtClean="0">
                <a:latin typeface="Comic Sans MS" pitchFamily="66" charset="0"/>
              </a:rPr>
              <a:t>In Memoriam</a:t>
            </a:r>
            <a:endParaRPr lang="en-GB" sz="3600" i="1" dirty="0">
              <a:latin typeface="Comic Sans MS" pitchFamily="66" charset="0"/>
            </a:endParaRPr>
          </a:p>
        </p:txBody>
      </p:sp>
      <p:pic>
        <p:nvPicPr>
          <p:cNvPr id="14" name="Afbeelding 3"/>
          <p:cNvPicPr/>
          <p:nvPr/>
        </p:nvPicPr>
        <p:blipFill>
          <a:blip r:embed="rId2" cstate="print"/>
          <a:srcRect l="16738" t="43328" r="73261" b="40480"/>
          <a:stretch>
            <a:fillRect/>
          </a:stretch>
        </p:blipFill>
        <p:spPr bwMode="auto">
          <a:xfrm rot="21305119">
            <a:off x="908720" y="2483768"/>
            <a:ext cx="2302706" cy="2620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317500"/>
          </a:effec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97826">
            <a:off x="3482633" y="4154368"/>
            <a:ext cx="2407119" cy="2913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softEdge rad="31750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</Words>
  <Application>Microsoft Office PowerPoint</Application>
  <PresentationFormat>On-screen Show (4:3)</PresentationFormat>
  <Paragraphs>4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Robert</dc:creator>
  <cp:lastModifiedBy>Robert</cp:lastModifiedBy>
  <cp:revision>5</cp:revision>
  <dcterms:created xsi:type="dcterms:W3CDTF">2017-08-19T15:51:48Z</dcterms:created>
  <dcterms:modified xsi:type="dcterms:W3CDTF">2018-08-18T15:39:50Z</dcterms:modified>
</cp:coreProperties>
</file>