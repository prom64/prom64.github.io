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xlsx" ContentType="application/vnd.openxmlformats-officedocument.spreadsheetml.sheet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3" d="100"/>
          <a:sy n="83" d="100"/>
        </p:scale>
        <p:origin x="-1416" y="-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Office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GB"/>
  <c:chart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Cadetten</c:v>
                </c:pt>
              </c:strCache>
            </c:strRef>
          </c:tx>
          <c:cat>
            <c:numRef>
              <c:f>Sheet1!$A$2:$A$5</c:f>
              <c:numCache>
                <c:formatCode>General</c:formatCode>
                <c:ptCount val="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</c:v>
                </c:pt>
                <c:pt idx="1">
                  <c:v>32</c:v>
                </c:pt>
                <c:pt idx="2">
                  <c:v>25</c:v>
                </c:pt>
                <c:pt idx="3">
                  <c:v>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Partners</c:v>
                </c:pt>
              </c:strCache>
            </c:strRef>
          </c:tx>
          <c:cat>
            <c:numRef>
              <c:f>Sheet1!$A$2:$A$5</c:f>
              <c:numCache>
                <c:formatCode>General</c:formatCode>
                <c:ptCount val="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</c:numCache>
            </c:numRef>
          </c:cat>
          <c:val>
            <c:numRef>
              <c:f>Sheet1!$C$2:$C$5</c:f>
              <c:numCache>
                <c:formatCode>General</c:formatCode>
                <c:ptCount val="4"/>
                <c:pt idx="0">
                  <c:v>28</c:v>
                </c:pt>
                <c:pt idx="1">
                  <c:v>19</c:v>
                </c:pt>
                <c:pt idx="2">
                  <c:v>12</c:v>
                </c:pt>
                <c:pt idx="3">
                  <c:v>21</c:v>
                </c:pt>
              </c:numCache>
            </c:numRef>
          </c:val>
        </c:ser>
        <c:axId val="105811328"/>
        <c:axId val="125641856"/>
      </c:barChart>
      <c:catAx>
        <c:axId val="105811328"/>
        <c:scaling>
          <c:orientation val="minMax"/>
        </c:scaling>
        <c:axPos val="b"/>
        <c:numFmt formatCode="General" sourceLinked="1"/>
        <c:tickLblPos val="nextTo"/>
        <c:crossAx val="125641856"/>
        <c:crosses val="autoZero"/>
        <c:auto val="1"/>
        <c:lblAlgn val="ctr"/>
        <c:lblOffset val="100"/>
      </c:catAx>
      <c:valAx>
        <c:axId val="125641856"/>
        <c:scaling>
          <c:orientation val="minMax"/>
        </c:scaling>
        <c:axPos val="l"/>
        <c:majorGridlines/>
        <c:numFmt formatCode="General" sourceLinked="1"/>
        <c:tickLblPos val="nextTo"/>
        <c:crossAx val="105811328"/>
        <c:crosses val="autoZero"/>
        <c:crossBetween val="between"/>
      </c:valAx>
    </c:plotArea>
    <c:legend>
      <c:legendPos val="r"/>
      <c:layout/>
    </c:legend>
    <c:plotVisOnly val="1"/>
  </c:chart>
  <c:txPr>
    <a:bodyPr/>
    <a:lstStyle/>
    <a:p>
      <a:pPr>
        <a:defRPr sz="1800"/>
      </a:pPr>
      <a:endParaRPr lang="en-US"/>
    </a:p>
  </c:txPr>
  <c:externalData r:id="rId1"/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29D8-A745-4414-8152-FADC8F5F3346}" type="datetimeFigureOut">
              <a:rPr lang="en-GB" smtClean="0"/>
              <a:pPr/>
              <a:t>27/08/2017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4966-3175-49FE-8119-D5474F04BC16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29D8-A745-4414-8152-FADC8F5F3346}" type="datetimeFigureOut">
              <a:rPr lang="en-GB" smtClean="0"/>
              <a:pPr/>
              <a:t>27/08/2017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4966-3175-49FE-8119-D5474F04BC16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29D8-A745-4414-8152-FADC8F5F3346}" type="datetimeFigureOut">
              <a:rPr lang="en-GB" smtClean="0"/>
              <a:pPr/>
              <a:t>27/08/2017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4966-3175-49FE-8119-D5474F04BC16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29D8-A745-4414-8152-FADC8F5F3346}" type="datetimeFigureOut">
              <a:rPr lang="en-GB" smtClean="0"/>
              <a:pPr/>
              <a:t>27/08/2017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4966-3175-49FE-8119-D5474F04BC16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29D8-A745-4414-8152-FADC8F5F3346}" type="datetimeFigureOut">
              <a:rPr lang="en-GB" smtClean="0"/>
              <a:pPr/>
              <a:t>27/08/2017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4966-3175-49FE-8119-D5474F04BC16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29D8-A745-4414-8152-FADC8F5F3346}" type="datetimeFigureOut">
              <a:rPr lang="en-GB" smtClean="0"/>
              <a:pPr/>
              <a:t>27/08/2017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4966-3175-49FE-8119-D5474F04BC16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29D8-A745-4414-8152-FADC8F5F3346}" type="datetimeFigureOut">
              <a:rPr lang="en-GB" smtClean="0"/>
              <a:pPr/>
              <a:t>27/08/2017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4966-3175-49FE-8119-D5474F04BC16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29D8-A745-4414-8152-FADC8F5F3346}" type="datetimeFigureOut">
              <a:rPr lang="en-GB" smtClean="0"/>
              <a:pPr/>
              <a:t>27/08/2017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4966-3175-49FE-8119-D5474F04BC16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29D8-A745-4414-8152-FADC8F5F3346}" type="datetimeFigureOut">
              <a:rPr lang="en-GB" smtClean="0"/>
              <a:pPr/>
              <a:t>27/08/2017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4966-3175-49FE-8119-D5474F04BC16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29D8-A745-4414-8152-FADC8F5F3346}" type="datetimeFigureOut">
              <a:rPr lang="en-GB" smtClean="0"/>
              <a:pPr/>
              <a:t>27/08/2017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4966-3175-49FE-8119-D5474F04BC16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A29D8-A745-4414-8152-FADC8F5F3346}" type="datetimeFigureOut">
              <a:rPr lang="en-GB" smtClean="0"/>
              <a:pPr/>
              <a:t>27/08/2017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4966-3175-49FE-8119-D5474F04BC16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AA29D8-A745-4414-8152-FADC8F5F3346}" type="datetimeFigureOut">
              <a:rPr lang="en-GB" smtClean="0"/>
              <a:pPr/>
              <a:t>27/08/2017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44966-3175-49FE-8119-D5474F04BC16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/>
          <p:cNvGraphicFramePr/>
          <p:nvPr/>
        </p:nvGraphicFramePr>
        <p:xfrm>
          <a:off x="1115616" y="1412776"/>
          <a:ext cx="6096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0246" y="548680"/>
            <a:ext cx="55657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 err="1" smtClean="0"/>
              <a:t>Samenkomst</a:t>
            </a:r>
            <a:r>
              <a:rPr lang="en-GB" sz="2000" dirty="0" smtClean="0"/>
              <a:t> </a:t>
            </a:r>
            <a:r>
              <a:rPr lang="en-GB" sz="2000" dirty="0" err="1" smtClean="0"/>
              <a:t>Cadetten</a:t>
            </a:r>
            <a:r>
              <a:rPr lang="en-GB" sz="2000" dirty="0" smtClean="0"/>
              <a:t> </a:t>
            </a:r>
            <a:r>
              <a:rPr lang="en-GB" sz="2000" dirty="0" err="1" smtClean="0"/>
              <a:t>Promotie</a:t>
            </a:r>
            <a:r>
              <a:rPr lang="en-GB" sz="2000" dirty="0" smtClean="0"/>
              <a:t> 1964 – </a:t>
            </a:r>
            <a:r>
              <a:rPr lang="en-GB" sz="2000" dirty="0" err="1" smtClean="0"/>
              <a:t>Deelname</a:t>
            </a:r>
            <a:r>
              <a:rPr lang="en-GB" sz="2000" dirty="0" smtClean="0"/>
              <a:t> </a:t>
            </a:r>
          </a:p>
          <a:p>
            <a:pPr algn="ctr"/>
            <a:r>
              <a:rPr lang="en-GB" sz="2000" dirty="0" err="1" smtClean="0"/>
              <a:t>Réunion</a:t>
            </a:r>
            <a:r>
              <a:rPr lang="en-GB" sz="2000" dirty="0" smtClean="0"/>
              <a:t> Cadets Promotion 1964 - Participation</a:t>
            </a:r>
            <a:endParaRPr lang="en-GB" sz="2000" dirty="0"/>
          </a:p>
        </p:txBody>
      </p:sp>
      <p:sp>
        <p:nvSpPr>
          <p:cNvPr id="6" name="TextBox 5"/>
          <p:cNvSpPr txBox="1"/>
          <p:nvPr/>
        </p:nvSpPr>
        <p:spPr>
          <a:xfrm>
            <a:off x="1835696" y="5517232"/>
            <a:ext cx="4049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 smtClean="0"/>
              <a:t> 53</a:t>
            </a:r>
            <a:r>
              <a:rPr lang="en-GB" dirty="0" smtClean="0"/>
              <a:t> (28)       </a:t>
            </a:r>
            <a:r>
              <a:rPr lang="en-GB" b="1" dirty="0" smtClean="0"/>
              <a:t>32 </a:t>
            </a:r>
            <a:r>
              <a:rPr lang="en-GB" dirty="0" smtClean="0"/>
              <a:t>(19)       </a:t>
            </a:r>
            <a:r>
              <a:rPr lang="en-GB" b="1" dirty="0" smtClean="0"/>
              <a:t>25</a:t>
            </a:r>
            <a:r>
              <a:rPr lang="en-GB" dirty="0" smtClean="0"/>
              <a:t> (12)       </a:t>
            </a:r>
            <a:r>
              <a:rPr lang="en-GB" b="1" dirty="0" smtClean="0"/>
              <a:t>31</a:t>
            </a:r>
            <a:r>
              <a:rPr lang="en-GB" dirty="0" smtClean="0"/>
              <a:t> (21)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91264" cy="1642194"/>
          </a:xfrm>
        </p:spPr>
        <p:txBody>
          <a:bodyPr>
            <a:normAutofit fontScale="90000"/>
          </a:bodyPr>
          <a:lstStyle/>
          <a:p>
            <a:r>
              <a:rPr lang="en-GB" sz="2200" dirty="0" err="1" smtClean="0"/>
              <a:t>Samenkomst</a:t>
            </a:r>
            <a:r>
              <a:rPr lang="en-GB" sz="2200" dirty="0" smtClean="0"/>
              <a:t> </a:t>
            </a:r>
            <a:r>
              <a:rPr lang="en-GB" sz="2200" dirty="0" err="1" smtClean="0"/>
              <a:t>Cadetten</a:t>
            </a:r>
            <a:r>
              <a:rPr lang="en-GB" sz="2200" dirty="0" smtClean="0"/>
              <a:t> </a:t>
            </a:r>
            <a:r>
              <a:rPr lang="en-GB" sz="2200" dirty="0" err="1" smtClean="0"/>
              <a:t>Promotie</a:t>
            </a:r>
            <a:r>
              <a:rPr lang="en-GB" sz="2200" dirty="0" smtClean="0"/>
              <a:t> 1964 – </a:t>
            </a:r>
            <a:r>
              <a:rPr lang="en-GB" sz="2200" dirty="0" err="1" smtClean="0"/>
              <a:t>Deelname</a:t>
            </a:r>
            <a:r>
              <a:rPr lang="en-GB" sz="2200" dirty="0" smtClean="0"/>
              <a:t> </a:t>
            </a:r>
            <a:br>
              <a:rPr lang="en-GB" sz="2200" dirty="0" smtClean="0"/>
            </a:br>
            <a:r>
              <a:rPr lang="en-GB" sz="2200" dirty="0" err="1" smtClean="0"/>
              <a:t>Réunion</a:t>
            </a:r>
            <a:r>
              <a:rPr lang="en-GB" sz="2200" dirty="0" smtClean="0"/>
              <a:t> Cadets Promotion 1964 – Participation</a:t>
            </a:r>
            <a:br>
              <a:rPr lang="en-GB" sz="2200" dirty="0" smtClean="0"/>
            </a:br>
            <a:r>
              <a:rPr lang="en-GB" sz="2200" dirty="0" smtClean="0"/>
              <a:t/>
            </a:r>
            <a:br>
              <a:rPr lang="en-GB" sz="2200" dirty="0" smtClean="0"/>
            </a:br>
            <a:r>
              <a:rPr lang="en-GB" sz="2200" dirty="0" err="1" smtClean="0"/>
              <a:t>Samenkomsten</a:t>
            </a:r>
            <a:r>
              <a:rPr lang="en-GB" sz="2200" dirty="0" smtClean="0"/>
              <a:t> 2014 – 2015 - 2016 - 2017</a:t>
            </a:r>
            <a:r>
              <a:rPr lang="en-GB" dirty="0" smtClean="0"/>
              <a:t/>
            </a:r>
            <a:br>
              <a:rPr lang="en-GB" dirty="0" smtClean="0"/>
            </a:b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07704" y="2420888"/>
            <a:ext cx="6912768" cy="3384376"/>
          </a:xfrm>
        </p:spPr>
        <p:txBody>
          <a:bodyPr>
            <a:normAutofit fontScale="85000" lnSpcReduction="20000"/>
          </a:bodyPr>
          <a:lstStyle/>
          <a:p>
            <a:r>
              <a:rPr lang="en-GB" sz="2200" dirty="0" err="1" smtClean="0"/>
              <a:t>Aanwezig</a:t>
            </a:r>
            <a:r>
              <a:rPr lang="en-GB" sz="2200" dirty="0" smtClean="0"/>
              <a:t> op </a:t>
            </a:r>
            <a:r>
              <a:rPr lang="en-GB" sz="2200" dirty="0" err="1" smtClean="0"/>
              <a:t>minstens</a:t>
            </a:r>
            <a:r>
              <a:rPr lang="en-GB" sz="2200" dirty="0" smtClean="0"/>
              <a:t> 1 </a:t>
            </a:r>
            <a:r>
              <a:rPr lang="en-GB" sz="2200" dirty="0" err="1" smtClean="0"/>
              <a:t>samenkomst</a:t>
            </a:r>
            <a:r>
              <a:rPr lang="en-GB" sz="2200" dirty="0" smtClean="0"/>
              <a:t>:	62</a:t>
            </a:r>
          </a:p>
          <a:p>
            <a:r>
              <a:rPr lang="en-GB" sz="2200" b="1" dirty="0" err="1" smtClean="0">
                <a:solidFill>
                  <a:srgbClr val="FF0000"/>
                </a:solidFill>
              </a:rPr>
              <a:t>Aanwezig</a:t>
            </a:r>
            <a:r>
              <a:rPr lang="en-GB" sz="2200" b="1" dirty="0" smtClean="0">
                <a:solidFill>
                  <a:srgbClr val="FF0000"/>
                </a:solidFill>
              </a:rPr>
              <a:t> op </a:t>
            </a:r>
            <a:r>
              <a:rPr lang="en-GB" sz="2200" b="1" dirty="0" err="1" smtClean="0">
                <a:solidFill>
                  <a:srgbClr val="FF0000"/>
                </a:solidFill>
              </a:rPr>
              <a:t>minstens</a:t>
            </a:r>
            <a:r>
              <a:rPr lang="en-GB" sz="2200" b="1" dirty="0" smtClean="0">
                <a:solidFill>
                  <a:srgbClr val="FF0000"/>
                </a:solidFill>
              </a:rPr>
              <a:t> 2 </a:t>
            </a:r>
            <a:r>
              <a:rPr lang="en-GB" sz="2200" b="1" dirty="0" err="1" smtClean="0">
                <a:solidFill>
                  <a:srgbClr val="FF0000"/>
                </a:solidFill>
              </a:rPr>
              <a:t>samenkomsten</a:t>
            </a:r>
            <a:r>
              <a:rPr lang="en-GB" sz="2200" b="1" dirty="0" smtClean="0">
                <a:solidFill>
                  <a:srgbClr val="FF0000"/>
                </a:solidFill>
              </a:rPr>
              <a:t>:	40</a:t>
            </a:r>
          </a:p>
          <a:p>
            <a:endParaRPr lang="en-GB" sz="2200" dirty="0" smtClean="0"/>
          </a:p>
          <a:p>
            <a:pPr>
              <a:buNone/>
            </a:pPr>
            <a:endParaRPr lang="en-GB" sz="2200" dirty="0" smtClean="0"/>
          </a:p>
          <a:p>
            <a:r>
              <a:rPr lang="en-GB" sz="2200" dirty="0" err="1" smtClean="0"/>
              <a:t>Présents</a:t>
            </a:r>
            <a:r>
              <a:rPr lang="en-GB" sz="2200" dirty="0" smtClean="0"/>
              <a:t> à au </a:t>
            </a:r>
            <a:r>
              <a:rPr lang="en-GB" sz="2200" dirty="0" err="1" smtClean="0"/>
              <a:t>moins</a:t>
            </a:r>
            <a:r>
              <a:rPr lang="en-GB" sz="2200" dirty="0" smtClean="0"/>
              <a:t> 1 </a:t>
            </a:r>
            <a:r>
              <a:rPr lang="en-GB" sz="2200" dirty="0" err="1" smtClean="0"/>
              <a:t>réunion</a:t>
            </a:r>
            <a:r>
              <a:rPr lang="en-GB" sz="2200" dirty="0" smtClean="0"/>
              <a:t>:		62</a:t>
            </a:r>
          </a:p>
          <a:p>
            <a:r>
              <a:rPr lang="en-GB" sz="2200" b="1" dirty="0" err="1" smtClean="0">
                <a:solidFill>
                  <a:srgbClr val="FF0000"/>
                </a:solidFill>
              </a:rPr>
              <a:t>Présents</a:t>
            </a:r>
            <a:r>
              <a:rPr lang="en-GB" sz="2200" b="1" dirty="0" smtClean="0">
                <a:solidFill>
                  <a:srgbClr val="FF0000"/>
                </a:solidFill>
              </a:rPr>
              <a:t> à au </a:t>
            </a:r>
            <a:r>
              <a:rPr lang="en-GB" sz="2200" b="1" dirty="0" err="1" smtClean="0">
                <a:solidFill>
                  <a:srgbClr val="FF0000"/>
                </a:solidFill>
              </a:rPr>
              <a:t>moins</a:t>
            </a:r>
            <a:r>
              <a:rPr lang="en-GB" sz="2200" b="1" dirty="0" smtClean="0">
                <a:solidFill>
                  <a:srgbClr val="FF0000"/>
                </a:solidFill>
              </a:rPr>
              <a:t> 2 </a:t>
            </a:r>
            <a:r>
              <a:rPr lang="en-GB" sz="2200" b="1" dirty="0" err="1" smtClean="0">
                <a:solidFill>
                  <a:srgbClr val="FF0000"/>
                </a:solidFill>
              </a:rPr>
              <a:t>réunions</a:t>
            </a:r>
            <a:r>
              <a:rPr lang="en-GB" sz="2200" b="1" dirty="0" smtClean="0">
                <a:solidFill>
                  <a:srgbClr val="FF0000"/>
                </a:solidFill>
              </a:rPr>
              <a:t>:		40</a:t>
            </a:r>
          </a:p>
          <a:p>
            <a:endParaRPr lang="en-GB" sz="2200" b="1" dirty="0" smtClean="0">
              <a:solidFill>
                <a:srgbClr val="FF0000"/>
              </a:solidFill>
            </a:endParaRPr>
          </a:p>
          <a:p>
            <a:r>
              <a:rPr lang="en-GB" sz="2200" dirty="0" smtClean="0"/>
              <a:t>2017 – </a:t>
            </a:r>
            <a:r>
              <a:rPr lang="en-GB" sz="2200" dirty="0" err="1" smtClean="0"/>
              <a:t>Eerste</a:t>
            </a:r>
            <a:r>
              <a:rPr lang="en-GB" sz="2200" dirty="0" smtClean="0"/>
              <a:t> </a:t>
            </a:r>
            <a:r>
              <a:rPr lang="en-GB" sz="2200" dirty="0" err="1" smtClean="0"/>
              <a:t>deelname</a:t>
            </a:r>
            <a:endParaRPr lang="en-GB" sz="2200" dirty="0" smtClean="0"/>
          </a:p>
          <a:p>
            <a:pPr lvl="2">
              <a:buNone/>
            </a:pPr>
            <a:r>
              <a:rPr lang="en-GB" sz="2200" dirty="0" smtClean="0"/>
              <a:t>   Première participation      Fred </a:t>
            </a:r>
            <a:r>
              <a:rPr lang="en-GB" sz="2200" dirty="0" err="1" smtClean="0"/>
              <a:t>Verhoye</a:t>
            </a:r>
            <a:endParaRPr lang="en-GB" sz="2200" dirty="0" smtClean="0"/>
          </a:p>
          <a:p>
            <a:pPr lvl="2">
              <a:buNone/>
            </a:pPr>
            <a:endParaRPr lang="en-GB" sz="2200" b="1" dirty="0" smtClean="0">
              <a:solidFill>
                <a:srgbClr val="FF0000"/>
              </a:solidFill>
            </a:endParaRPr>
          </a:p>
          <a:p>
            <a:pPr lvl="2">
              <a:buNone/>
            </a:pPr>
            <a:r>
              <a:rPr lang="en-GB" sz="2200" b="1" dirty="0" smtClean="0">
                <a:solidFill>
                  <a:srgbClr val="FF0000"/>
                </a:solidFill>
              </a:rPr>
              <a:t>“Fred</a:t>
            </a:r>
            <a:r>
              <a:rPr lang="en-GB" sz="2200" b="1" smtClean="0">
                <a:solidFill>
                  <a:srgbClr val="FF0000"/>
                </a:solidFill>
              </a:rPr>
              <a:t>, </a:t>
            </a:r>
            <a:r>
              <a:rPr lang="en-GB" sz="2200" b="1" smtClean="0">
                <a:solidFill>
                  <a:srgbClr val="FF0000"/>
                </a:solidFill>
              </a:rPr>
              <a:t>Michel, welcome </a:t>
            </a:r>
            <a:r>
              <a:rPr lang="en-GB" sz="2200" b="1" dirty="0" smtClean="0">
                <a:solidFill>
                  <a:srgbClr val="FF0000"/>
                </a:solidFill>
              </a:rPr>
              <a:t>in the club!”</a:t>
            </a:r>
          </a:p>
          <a:p>
            <a:endParaRPr lang="en-GB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41</Words>
  <Application>Microsoft Office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Slide 1</vt:lpstr>
      <vt:lpstr>Samenkomst Cadetten Promotie 1964 – Deelname  Réunion Cadets Promotion 1964 – Participation  Samenkomsten 2014 – 2015 - 2016 - 2017 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Robert</dc:creator>
  <cp:lastModifiedBy>Robert</cp:lastModifiedBy>
  <cp:revision>9</cp:revision>
  <dcterms:created xsi:type="dcterms:W3CDTF">2017-08-18T09:34:37Z</dcterms:created>
  <dcterms:modified xsi:type="dcterms:W3CDTF">2017-08-27T07:03:03Z</dcterms:modified>
</cp:coreProperties>
</file>