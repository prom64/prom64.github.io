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werkblad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Cadetten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32</c:v>
                </c:pt>
                <c:pt idx="2">
                  <c:v>25</c:v>
                </c:pt>
                <c:pt idx="3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3-449F-9A3A-077635E4A9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Partners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19</c:v>
                </c:pt>
                <c:pt idx="2">
                  <c:v>12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13-449F-9A3A-077635E4A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5811328"/>
        <c:axId val="125641856"/>
      </c:barChart>
      <c:catAx>
        <c:axId val="105811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5641856"/>
        <c:crosses val="autoZero"/>
        <c:auto val="1"/>
        <c:lblAlgn val="ctr"/>
        <c:lblOffset val="100"/>
        <c:noMultiLvlLbl val="0"/>
      </c:catAx>
      <c:valAx>
        <c:axId val="125641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581132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29D8-A745-4414-8152-FADC8F5F3346}" type="datetimeFigureOut">
              <a:rPr lang="en-GB" smtClean="0"/>
              <a:pPr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4966-3175-49FE-8119-D5474F04BC16}" type="slidenum">
              <a:rPr lang="en-GB" smtClean="0"/>
              <a:pPr/>
              <a:t>‹nr.›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115616" y="141277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0246" y="548680"/>
            <a:ext cx="55657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 err="1" smtClean="0"/>
              <a:t>Samenkomst</a:t>
            </a:r>
            <a:r>
              <a:rPr lang="en-GB" sz="2000" dirty="0" smtClean="0"/>
              <a:t> </a:t>
            </a:r>
            <a:r>
              <a:rPr lang="en-GB" sz="2000" dirty="0" err="1" smtClean="0"/>
              <a:t>Cadetten</a:t>
            </a:r>
            <a:r>
              <a:rPr lang="en-GB" sz="2000" dirty="0" smtClean="0"/>
              <a:t> </a:t>
            </a:r>
            <a:r>
              <a:rPr lang="en-GB" sz="2000" dirty="0" err="1" smtClean="0"/>
              <a:t>Promotie</a:t>
            </a:r>
            <a:r>
              <a:rPr lang="en-GB" sz="2000" dirty="0" smtClean="0"/>
              <a:t> 1964 – </a:t>
            </a:r>
            <a:r>
              <a:rPr lang="en-GB" sz="2000" dirty="0" err="1" smtClean="0"/>
              <a:t>Deelname</a:t>
            </a:r>
            <a:r>
              <a:rPr lang="en-GB" sz="2000" dirty="0" smtClean="0"/>
              <a:t> </a:t>
            </a:r>
          </a:p>
          <a:p>
            <a:pPr algn="ctr"/>
            <a:r>
              <a:rPr lang="en-GB" sz="2000" dirty="0" err="1" smtClean="0"/>
              <a:t>Réunion</a:t>
            </a:r>
            <a:r>
              <a:rPr lang="en-GB" sz="2000" dirty="0" smtClean="0"/>
              <a:t> Cadets Promotion 1964 - Participation</a:t>
            </a:r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835696" y="5517232"/>
            <a:ext cx="4049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 53</a:t>
            </a:r>
            <a:r>
              <a:rPr lang="en-GB" dirty="0" smtClean="0"/>
              <a:t> (28)       </a:t>
            </a:r>
            <a:r>
              <a:rPr lang="en-GB" b="1" dirty="0" smtClean="0"/>
              <a:t>32 </a:t>
            </a:r>
            <a:r>
              <a:rPr lang="en-GB" dirty="0" smtClean="0"/>
              <a:t>(19)       </a:t>
            </a:r>
            <a:r>
              <a:rPr lang="en-GB" b="1" dirty="0" smtClean="0"/>
              <a:t>25</a:t>
            </a:r>
            <a:r>
              <a:rPr lang="en-GB" dirty="0" smtClean="0"/>
              <a:t> (12)       </a:t>
            </a:r>
            <a:r>
              <a:rPr lang="en-GB" b="1" dirty="0" smtClean="0"/>
              <a:t>31</a:t>
            </a:r>
            <a:r>
              <a:rPr lang="en-GB" dirty="0" smtClean="0"/>
              <a:t> (21)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1642194"/>
          </a:xfrm>
        </p:spPr>
        <p:txBody>
          <a:bodyPr>
            <a:normAutofit fontScale="90000"/>
          </a:bodyPr>
          <a:lstStyle/>
          <a:p>
            <a:r>
              <a:rPr lang="en-GB" sz="2200" dirty="0" err="1" smtClean="0"/>
              <a:t>Samenkomst</a:t>
            </a:r>
            <a:r>
              <a:rPr lang="en-GB" sz="2200" dirty="0" smtClean="0"/>
              <a:t> </a:t>
            </a:r>
            <a:r>
              <a:rPr lang="en-GB" sz="2200" dirty="0" err="1" smtClean="0"/>
              <a:t>Cadetten</a:t>
            </a:r>
            <a:r>
              <a:rPr lang="en-GB" sz="2200" dirty="0" smtClean="0"/>
              <a:t> </a:t>
            </a:r>
            <a:r>
              <a:rPr lang="en-GB" sz="2200" dirty="0" err="1" smtClean="0"/>
              <a:t>Promotie</a:t>
            </a:r>
            <a:r>
              <a:rPr lang="en-GB" sz="2200" dirty="0" smtClean="0"/>
              <a:t> 1964 – </a:t>
            </a:r>
            <a:r>
              <a:rPr lang="en-GB" sz="2200" dirty="0" err="1" smtClean="0"/>
              <a:t>Deelname</a:t>
            </a:r>
            <a:r>
              <a:rPr lang="en-GB" sz="2200" dirty="0" smtClean="0"/>
              <a:t> </a:t>
            </a:r>
            <a:br>
              <a:rPr lang="en-GB" sz="2200" dirty="0" smtClean="0"/>
            </a:br>
            <a:r>
              <a:rPr lang="en-GB" sz="2200" dirty="0" err="1" smtClean="0"/>
              <a:t>Réunion</a:t>
            </a:r>
            <a:r>
              <a:rPr lang="en-GB" sz="2200" dirty="0" smtClean="0"/>
              <a:t> Cadets Promotion 1964 – Participation</a:t>
            </a:r>
            <a:br>
              <a:rPr lang="en-GB" sz="2200" dirty="0" smtClean="0"/>
            </a:br>
            <a:r>
              <a:rPr lang="en-GB" sz="2200" dirty="0" smtClean="0"/>
              <a:t/>
            </a:r>
            <a:br>
              <a:rPr lang="en-GB" sz="2200" dirty="0" smtClean="0"/>
            </a:br>
            <a:r>
              <a:rPr lang="en-GB" sz="2200" dirty="0" err="1" smtClean="0"/>
              <a:t>Samenkomsten</a:t>
            </a:r>
            <a:r>
              <a:rPr lang="en-GB" sz="2200" dirty="0" smtClean="0"/>
              <a:t> 2014 – 2015 - 2016 - 2017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4" y="2420888"/>
            <a:ext cx="6912768" cy="3384376"/>
          </a:xfrm>
        </p:spPr>
        <p:txBody>
          <a:bodyPr>
            <a:normAutofit fontScale="85000" lnSpcReduction="20000"/>
          </a:bodyPr>
          <a:lstStyle/>
          <a:p>
            <a:r>
              <a:rPr lang="en-GB" sz="2200" dirty="0" err="1" smtClean="0"/>
              <a:t>Aanwezig</a:t>
            </a:r>
            <a:r>
              <a:rPr lang="en-GB" sz="2200" dirty="0" smtClean="0"/>
              <a:t> op </a:t>
            </a:r>
            <a:r>
              <a:rPr lang="en-GB" sz="2200" dirty="0" err="1" smtClean="0"/>
              <a:t>minstens</a:t>
            </a:r>
            <a:r>
              <a:rPr lang="en-GB" sz="2200" dirty="0" smtClean="0"/>
              <a:t> 1 </a:t>
            </a:r>
            <a:r>
              <a:rPr lang="en-GB" sz="2200" dirty="0" err="1" smtClean="0"/>
              <a:t>samenkomst</a:t>
            </a:r>
            <a:r>
              <a:rPr lang="en-GB" sz="2200" dirty="0" smtClean="0"/>
              <a:t>:	62</a:t>
            </a:r>
          </a:p>
          <a:p>
            <a:r>
              <a:rPr lang="en-GB" sz="2200" b="1" dirty="0" err="1" smtClean="0">
                <a:solidFill>
                  <a:srgbClr val="FF0000"/>
                </a:solidFill>
              </a:rPr>
              <a:t>Aanwezig</a:t>
            </a:r>
            <a:r>
              <a:rPr lang="en-GB" sz="2200" b="1" dirty="0" smtClean="0">
                <a:solidFill>
                  <a:srgbClr val="FF0000"/>
                </a:solidFill>
              </a:rPr>
              <a:t> op </a:t>
            </a:r>
            <a:r>
              <a:rPr lang="en-GB" sz="2200" b="1" dirty="0" err="1" smtClean="0">
                <a:solidFill>
                  <a:srgbClr val="FF0000"/>
                </a:solidFill>
              </a:rPr>
              <a:t>minstens</a:t>
            </a:r>
            <a:r>
              <a:rPr lang="en-GB" sz="2200" b="1" dirty="0" smtClean="0">
                <a:solidFill>
                  <a:srgbClr val="FF0000"/>
                </a:solidFill>
              </a:rPr>
              <a:t> 2 </a:t>
            </a:r>
            <a:r>
              <a:rPr lang="en-GB" sz="2200" b="1" dirty="0" err="1" smtClean="0">
                <a:solidFill>
                  <a:srgbClr val="FF0000"/>
                </a:solidFill>
              </a:rPr>
              <a:t>samenkomsten</a:t>
            </a:r>
            <a:r>
              <a:rPr lang="en-GB" sz="2200" b="1" dirty="0" smtClean="0">
                <a:solidFill>
                  <a:srgbClr val="FF0000"/>
                </a:solidFill>
              </a:rPr>
              <a:t>:	40</a:t>
            </a:r>
          </a:p>
          <a:p>
            <a:endParaRPr lang="en-GB" sz="2200" dirty="0" smtClean="0"/>
          </a:p>
          <a:p>
            <a:pPr>
              <a:buNone/>
            </a:pPr>
            <a:endParaRPr lang="en-GB" sz="2200" dirty="0" smtClean="0"/>
          </a:p>
          <a:p>
            <a:r>
              <a:rPr lang="en-GB" sz="2200" dirty="0" err="1" smtClean="0"/>
              <a:t>Présents</a:t>
            </a:r>
            <a:r>
              <a:rPr lang="en-GB" sz="2200" dirty="0" smtClean="0"/>
              <a:t> à au </a:t>
            </a:r>
            <a:r>
              <a:rPr lang="en-GB" sz="2200" dirty="0" err="1" smtClean="0"/>
              <a:t>moins</a:t>
            </a:r>
            <a:r>
              <a:rPr lang="en-GB" sz="2200" dirty="0" smtClean="0"/>
              <a:t> 1 </a:t>
            </a:r>
            <a:r>
              <a:rPr lang="en-GB" sz="2200" dirty="0" err="1" smtClean="0"/>
              <a:t>réunion</a:t>
            </a:r>
            <a:r>
              <a:rPr lang="en-GB" sz="2200" dirty="0" smtClean="0"/>
              <a:t>:		62</a:t>
            </a:r>
          </a:p>
          <a:p>
            <a:r>
              <a:rPr lang="en-GB" sz="2200" b="1" dirty="0" err="1" smtClean="0">
                <a:solidFill>
                  <a:srgbClr val="FF0000"/>
                </a:solidFill>
              </a:rPr>
              <a:t>Présents</a:t>
            </a:r>
            <a:r>
              <a:rPr lang="en-GB" sz="2200" b="1" dirty="0" smtClean="0">
                <a:solidFill>
                  <a:srgbClr val="FF0000"/>
                </a:solidFill>
              </a:rPr>
              <a:t> à au </a:t>
            </a:r>
            <a:r>
              <a:rPr lang="en-GB" sz="2200" b="1" dirty="0" err="1" smtClean="0">
                <a:solidFill>
                  <a:srgbClr val="FF0000"/>
                </a:solidFill>
              </a:rPr>
              <a:t>moins</a:t>
            </a:r>
            <a:r>
              <a:rPr lang="en-GB" sz="2200" b="1" dirty="0" smtClean="0">
                <a:solidFill>
                  <a:srgbClr val="FF0000"/>
                </a:solidFill>
              </a:rPr>
              <a:t> 2 </a:t>
            </a:r>
            <a:r>
              <a:rPr lang="en-GB" sz="2200" b="1" dirty="0" err="1" smtClean="0">
                <a:solidFill>
                  <a:srgbClr val="FF0000"/>
                </a:solidFill>
              </a:rPr>
              <a:t>réunions</a:t>
            </a:r>
            <a:r>
              <a:rPr lang="en-GB" sz="2200" b="1" dirty="0" smtClean="0">
                <a:solidFill>
                  <a:srgbClr val="FF0000"/>
                </a:solidFill>
              </a:rPr>
              <a:t>:		40</a:t>
            </a:r>
          </a:p>
          <a:p>
            <a:endParaRPr lang="en-GB" sz="2200" b="1" dirty="0" smtClean="0">
              <a:solidFill>
                <a:srgbClr val="FF0000"/>
              </a:solidFill>
            </a:endParaRPr>
          </a:p>
          <a:p>
            <a:r>
              <a:rPr lang="en-GB" sz="2200" dirty="0" smtClean="0"/>
              <a:t>2017 – </a:t>
            </a:r>
            <a:r>
              <a:rPr lang="en-GB" sz="2200" dirty="0" err="1" smtClean="0"/>
              <a:t>Eerste</a:t>
            </a:r>
            <a:r>
              <a:rPr lang="en-GB" sz="2200" dirty="0" smtClean="0"/>
              <a:t> </a:t>
            </a:r>
            <a:r>
              <a:rPr lang="en-GB" sz="2200" dirty="0" err="1" smtClean="0"/>
              <a:t>deelname</a:t>
            </a:r>
            <a:endParaRPr lang="en-GB" sz="2200" dirty="0" smtClean="0"/>
          </a:p>
          <a:p>
            <a:pPr lvl="2">
              <a:buNone/>
            </a:pPr>
            <a:r>
              <a:rPr lang="en-GB" sz="2200" dirty="0" smtClean="0"/>
              <a:t>   Première participation      Fred </a:t>
            </a:r>
            <a:r>
              <a:rPr lang="en-GB" sz="2200" dirty="0" err="1" smtClean="0"/>
              <a:t>Verhoye</a:t>
            </a:r>
            <a:endParaRPr lang="en-GB" sz="2200" dirty="0" smtClean="0"/>
          </a:p>
          <a:p>
            <a:pPr lvl="2">
              <a:buNone/>
            </a:pPr>
            <a:endParaRPr lang="en-GB" sz="2200" b="1" dirty="0" smtClean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GB" sz="2200" b="1" dirty="0" smtClean="0">
                <a:solidFill>
                  <a:srgbClr val="FF0000"/>
                </a:solidFill>
              </a:rPr>
              <a:t>“Fred</a:t>
            </a:r>
            <a:r>
              <a:rPr lang="en-GB" sz="2200" b="1" smtClean="0">
                <a:solidFill>
                  <a:srgbClr val="FF0000"/>
                </a:solidFill>
              </a:rPr>
              <a:t>, Michel, welcome </a:t>
            </a:r>
            <a:r>
              <a:rPr lang="en-GB" sz="2200" b="1" dirty="0" smtClean="0">
                <a:solidFill>
                  <a:srgbClr val="FF0000"/>
                </a:solidFill>
              </a:rPr>
              <a:t>in the club!”</a:t>
            </a:r>
          </a:p>
          <a:p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41</Words>
  <Application>Microsoft Office PowerPoint</Application>
  <PresentationFormat>Diavoorstelling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PowerPoint-presentatie</vt:lpstr>
      <vt:lpstr>Samenkomst Cadetten Promotie 1964 – Deelname  Réunion Cadets Promotion 1964 – Participation  Samenkomsten 2014 – 2015 - 2016 - 2017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</dc:creator>
  <cp:lastModifiedBy>Rob Storme</cp:lastModifiedBy>
  <cp:revision>9</cp:revision>
  <dcterms:created xsi:type="dcterms:W3CDTF">2017-08-18T09:34:37Z</dcterms:created>
  <dcterms:modified xsi:type="dcterms:W3CDTF">2026-03-31T07:56:16Z</dcterms:modified>
</cp:coreProperties>
</file>