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obert" initials="R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74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Microsoft_Office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fr-FR"/>
  <c:chart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Cadetten</c:v>
                </c:pt>
              </c:strCache>
            </c:strRef>
          </c:tx>
          <c:dLbls>
            <c:showVal val="1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</c:v>
                </c:pt>
                <c:pt idx="1">
                  <c:v>32</c:v>
                </c:pt>
                <c:pt idx="2">
                  <c:v>25</c:v>
                </c:pt>
                <c:pt idx="3">
                  <c:v>31</c:v>
                </c:pt>
                <c:pt idx="4">
                  <c:v>23</c:v>
                </c:pt>
                <c:pt idx="5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Partners</c:v>
                </c:pt>
              </c:strCache>
            </c:strRef>
          </c:tx>
          <c:dLbls>
            <c:showVal val="1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</c:v>
                </c:pt>
                <c:pt idx="1">
                  <c:v>19</c:v>
                </c:pt>
                <c:pt idx="2">
                  <c:v>12</c:v>
                </c:pt>
                <c:pt idx="3">
                  <c:v>21</c:v>
                </c:pt>
                <c:pt idx="4">
                  <c:v>15</c:v>
                </c:pt>
                <c:pt idx="5">
                  <c:v>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Totaal</c:v>
                </c:pt>
              </c:strCache>
            </c:strRef>
          </c:tx>
          <c:dLbls>
            <c:showVal val="1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  <c:pt idx="0">
                  <c:v>81</c:v>
                </c:pt>
                <c:pt idx="1">
                  <c:v>51</c:v>
                </c:pt>
                <c:pt idx="2">
                  <c:v>37</c:v>
                </c:pt>
                <c:pt idx="3">
                  <c:v>52</c:v>
                </c:pt>
                <c:pt idx="4">
                  <c:v>38</c:v>
                </c:pt>
                <c:pt idx="5">
                  <c:v>44</c:v>
                </c:pt>
              </c:numCache>
            </c:numRef>
          </c:val>
        </c:ser>
        <c:axId val="142918400"/>
        <c:axId val="142919936"/>
      </c:barChart>
      <c:catAx>
        <c:axId val="142918400"/>
        <c:scaling>
          <c:orientation val="minMax"/>
        </c:scaling>
        <c:axPos val="b"/>
        <c:numFmt formatCode="General" sourceLinked="1"/>
        <c:tickLblPos val="nextTo"/>
        <c:crossAx val="142919936"/>
        <c:crosses val="autoZero"/>
        <c:auto val="1"/>
        <c:lblAlgn val="ctr"/>
        <c:lblOffset val="100"/>
      </c:catAx>
      <c:valAx>
        <c:axId val="142919936"/>
        <c:scaling>
          <c:orientation val="minMax"/>
        </c:scaling>
        <c:axPos val="l"/>
        <c:majorGridlines/>
        <c:numFmt formatCode="General" sourceLinked="1"/>
        <c:tickLblPos val="nextTo"/>
        <c:crossAx val="142918400"/>
        <c:crosses val="autoZero"/>
        <c:crossBetween val="between"/>
      </c:valAx>
    </c:plotArea>
    <c:legend>
      <c:legendPos val="r"/>
      <c:layout/>
    </c:legend>
    <c:plotVisOnly val="1"/>
  </c:chart>
  <c:txPr>
    <a:bodyPr/>
    <a:lstStyle/>
    <a:p>
      <a:pPr>
        <a:defRPr sz="1800"/>
      </a:pPr>
      <a:endParaRPr lang="fr-FR"/>
    </a:p>
  </c:tx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7E56D0-228D-448E-95F7-90F75A1088C0}" type="datetimeFigureOut">
              <a:rPr lang="en-GB" smtClean="0"/>
              <a:pPr/>
              <a:t>26/08/2019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00B2FC-F034-4213-814D-9532E369C5E2}" type="slidenum">
              <a:rPr lang="en-GB" smtClean="0"/>
              <a:pPr/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0B2FC-F034-4213-814D-9532E369C5E2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26/08/2019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26/08/2019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26/08/2019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26/08/2019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26/08/2019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26/08/2019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26/08/2019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26/08/2019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26/08/2019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26/08/2019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26/08/2019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A29D8-A745-4414-8152-FADC8F5F3346}" type="datetimeFigureOut">
              <a:rPr lang="en-GB" smtClean="0"/>
              <a:pPr/>
              <a:t>26/08/2019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44966-3175-49FE-8119-D5474F04BC16}" type="slidenum">
              <a:rPr lang="en-GB" smtClean="0"/>
              <a:pPr/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1115616" y="1412776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0246" y="548680"/>
            <a:ext cx="55657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 err="1" smtClean="0"/>
              <a:t>Samenkomst</a:t>
            </a:r>
            <a:r>
              <a:rPr lang="en-GB" sz="2000" dirty="0" smtClean="0"/>
              <a:t> </a:t>
            </a:r>
            <a:r>
              <a:rPr lang="en-GB" sz="2000" dirty="0" err="1" smtClean="0"/>
              <a:t>Cadetten</a:t>
            </a:r>
            <a:r>
              <a:rPr lang="en-GB" sz="2000" dirty="0" smtClean="0"/>
              <a:t> </a:t>
            </a:r>
            <a:r>
              <a:rPr lang="en-GB" sz="2000" dirty="0" err="1" smtClean="0"/>
              <a:t>Promotie</a:t>
            </a:r>
            <a:r>
              <a:rPr lang="en-GB" sz="2000" dirty="0" smtClean="0"/>
              <a:t> 1964 – </a:t>
            </a:r>
            <a:r>
              <a:rPr lang="en-GB" sz="2000" dirty="0" err="1" smtClean="0"/>
              <a:t>Deelname</a:t>
            </a:r>
            <a:r>
              <a:rPr lang="en-GB" sz="2000" dirty="0" smtClean="0"/>
              <a:t> </a:t>
            </a:r>
          </a:p>
          <a:p>
            <a:pPr algn="ctr"/>
            <a:r>
              <a:rPr lang="en-GB" sz="2000" dirty="0" err="1" smtClean="0"/>
              <a:t>Réunion</a:t>
            </a:r>
            <a:r>
              <a:rPr lang="en-GB" sz="2000" dirty="0" smtClean="0"/>
              <a:t> Cadets Promotion 1964 - Participation</a:t>
            </a:r>
            <a:endParaRPr lang="en-GB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13</Words>
  <Application>Microsoft Office PowerPoint</Application>
  <PresentationFormat>Affichage à l'écran (4:3)</PresentationFormat>
  <Paragraphs>3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Office Theme</vt:lpstr>
      <vt:lpstr>Diapositive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Robert</dc:creator>
  <cp:lastModifiedBy>Hello</cp:lastModifiedBy>
  <cp:revision>17</cp:revision>
  <dcterms:created xsi:type="dcterms:W3CDTF">2017-08-18T09:34:37Z</dcterms:created>
  <dcterms:modified xsi:type="dcterms:W3CDTF">2019-08-26T12:32:04Z</dcterms:modified>
</cp:coreProperties>
</file>