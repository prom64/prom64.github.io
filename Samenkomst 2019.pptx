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Feuill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fr-FR"/>
  <c:chart>
    <c:title>
      <c:tx>
        <c:rich>
          <a:bodyPr/>
          <a:lstStyle/>
          <a:p>
            <a:pPr>
              <a:defRPr/>
            </a:pPr>
            <a:r>
              <a:rPr lang="en-US" dirty="0" err="1" smtClean="0"/>
              <a:t>Samenkomst</a:t>
            </a:r>
            <a:r>
              <a:rPr lang="en-US" dirty="0" smtClean="0"/>
              <a:t> / </a:t>
            </a:r>
            <a:r>
              <a:rPr lang="en-US" dirty="0" err="1" smtClean="0"/>
              <a:t>Réunion</a:t>
            </a:r>
            <a:r>
              <a:rPr lang="en-US" dirty="0" smtClean="0"/>
              <a:t>  2019</a:t>
            </a:r>
          </a:p>
          <a:p>
            <a:pPr>
              <a:defRPr/>
            </a:pPr>
            <a:r>
              <a:rPr lang="en-US" dirty="0" err="1" smtClean="0"/>
              <a:t>Deelname</a:t>
            </a:r>
            <a:r>
              <a:rPr lang="en-US" dirty="0" smtClean="0"/>
              <a:t> / Participation</a:t>
            </a:r>
            <a:endParaRPr lang="en-US" dirty="0"/>
          </a:p>
        </c:rich>
      </c:tx>
      <c:layout>
        <c:manualLayout>
          <c:xMode val="edge"/>
          <c:yMode val="edge"/>
          <c:x val="1.7051676797816379E-3"/>
          <c:y val="1.4778450542532327E-2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FFFF00"/>
              </a:solidFill>
            </c:spPr>
          </c:dPt>
          <c:dPt>
            <c:idx val="2"/>
            <c:spPr>
              <a:solidFill>
                <a:schemeClr val="bg2">
                  <a:lumMod val="40000"/>
                  <a:lumOff val="60000"/>
                </a:schemeClr>
              </a:solidFill>
            </c:spPr>
          </c:dPt>
          <c:cat>
            <c:strRef>
              <c:f>Sheet1!$A$2:$A$4</c:f>
              <c:strCache>
                <c:ptCount val="3"/>
                <c:pt idx="0">
                  <c:v>Deelnemers</c:v>
                </c:pt>
                <c:pt idx="1">
                  <c:v>Excuses</c:v>
                </c:pt>
                <c:pt idx="2">
                  <c:v>???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26</c:v>
                </c:pt>
                <c:pt idx="2">
                  <c:v>14</c:v>
                </c:pt>
              </c:numCache>
            </c:numRef>
          </c:val>
        </c:ser>
        <c:firstSliceAng val="0"/>
      </c:pieChart>
    </c:plotArea>
    <c:plotVisOnly val="1"/>
  </c:chart>
  <c:spPr>
    <a:solidFill>
      <a:schemeClr val="accent1"/>
    </a:solidFill>
  </c:spPr>
  <c:txPr>
    <a:bodyPr/>
    <a:lstStyle/>
    <a:p>
      <a:pPr>
        <a:defRPr sz="1800"/>
      </a:pPr>
      <a:endParaRPr lang="fr-FR"/>
    </a:p>
  </c:txPr>
  <c:externalData r:id="rId1"/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0.56122</cdr:x>
      <cdr:y>0.36111</cdr:y>
    </cdr:from>
    <cdr:to>
      <cdr:x>0.76531</cdr:x>
      <cdr:y>0.59722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960440" y="1872208"/>
          <a:ext cx="1440160" cy="12241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GB" sz="1600" dirty="0" err="1" smtClean="0"/>
            <a:t>Deelnemers</a:t>
          </a:r>
          <a:r>
            <a:rPr lang="en-GB" sz="1600" dirty="0" smtClean="0"/>
            <a:t> </a:t>
          </a:r>
        </a:p>
        <a:p xmlns:a="http://schemas.openxmlformats.org/drawingml/2006/main">
          <a:pPr algn="ctr"/>
          <a:r>
            <a:rPr lang="en-GB" sz="1600" dirty="0" smtClean="0"/>
            <a:t>Participants</a:t>
          </a:r>
          <a:endParaRPr lang="en-GB" sz="1600" dirty="0"/>
        </a:p>
        <a:p xmlns:a="http://schemas.openxmlformats.org/drawingml/2006/main">
          <a:pPr algn="ctr"/>
          <a:r>
            <a:rPr lang="en-GB" sz="2400" dirty="0" smtClean="0"/>
            <a:t>(</a:t>
          </a:r>
          <a:r>
            <a:rPr lang="en-GB" sz="2400" b="1" dirty="0" smtClean="0"/>
            <a:t>25</a:t>
          </a:r>
          <a:r>
            <a:rPr lang="en-GB" sz="2400" dirty="0" smtClean="0"/>
            <a:t>)</a:t>
          </a:r>
          <a:endParaRPr lang="en-GB" sz="2400" dirty="0"/>
        </a:p>
      </cdr:txBody>
    </cdr:sp>
  </cdr:relSizeAnchor>
  <cdr:relSizeAnchor xmlns:cdr="http://schemas.openxmlformats.org/drawingml/2006/chartDrawing">
    <cdr:from>
      <cdr:x>0.26531</cdr:x>
      <cdr:y>0.63889</cdr:y>
    </cdr:from>
    <cdr:to>
      <cdr:x>0.56122</cdr:x>
      <cdr:y>0.95833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872208" y="3312368"/>
          <a:ext cx="2088232" cy="16561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GB" sz="1600" dirty="0" err="1" smtClean="0"/>
            <a:t>Verontschuldigd</a:t>
          </a:r>
          <a:endParaRPr lang="en-GB" sz="1600" dirty="0" smtClean="0"/>
        </a:p>
        <a:p xmlns:a="http://schemas.openxmlformats.org/drawingml/2006/main">
          <a:pPr algn="ctr"/>
          <a:r>
            <a:rPr lang="en-GB" sz="1600" dirty="0" err="1" smtClean="0"/>
            <a:t>Excusés</a:t>
          </a:r>
          <a:endParaRPr lang="en-GB" sz="1600" dirty="0"/>
        </a:p>
        <a:p xmlns:a="http://schemas.openxmlformats.org/drawingml/2006/main">
          <a:pPr algn="ctr"/>
          <a:r>
            <a:rPr lang="en-GB" sz="2400" smtClean="0"/>
            <a:t>(</a:t>
          </a:r>
          <a:r>
            <a:rPr lang="en-GB" sz="2400" b="1" smtClean="0"/>
            <a:t>28</a:t>
          </a:r>
          <a:r>
            <a:rPr lang="en-GB" sz="2400" smtClean="0"/>
            <a:t>)</a:t>
          </a:r>
          <a:endParaRPr lang="en-GB" sz="2400" dirty="0"/>
        </a:p>
      </cdr:txBody>
    </cdr:sp>
  </cdr:relSizeAnchor>
  <cdr:relSizeAnchor xmlns:cdr="http://schemas.openxmlformats.org/drawingml/2006/chartDrawing">
    <cdr:from>
      <cdr:x>0.31633</cdr:x>
      <cdr:y>0.30556</cdr:y>
    </cdr:from>
    <cdr:to>
      <cdr:x>0.4459</cdr:x>
      <cdr:y>0.48192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2232248" y="158417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GB" sz="1100" dirty="0"/>
        </a:p>
      </cdr:txBody>
    </cdr:sp>
  </cdr:relSizeAnchor>
  <cdr:relSizeAnchor xmlns:cdr="http://schemas.openxmlformats.org/drawingml/2006/chartDrawing">
    <cdr:from>
      <cdr:x>0.27551</cdr:x>
      <cdr:y>0.30556</cdr:y>
    </cdr:from>
    <cdr:to>
      <cdr:x>0.4898</cdr:x>
      <cdr:y>0.54167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1944216" y="1584176"/>
          <a:ext cx="1512168" cy="122413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 algn="ctr"/>
          <a:r>
            <a:rPr lang="en-GB" sz="1600" dirty="0" err="1" smtClean="0"/>
            <a:t>Geen</a:t>
          </a:r>
          <a:r>
            <a:rPr lang="en-GB" sz="1600" dirty="0" smtClean="0"/>
            <a:t> </a:t>
          </a:r>
          <a:r>
            <a:rPr lang="en-GB" sz="1600" dirty="0" err="1" smtClean="0"/>
            <a:t>antwoord</a:t>
          </a:r>
          <a:endParaRPr lang="en-GB" sz="1600" dirty="0" smtClean="0"/>
        </a:p>
        <a:p xmlns:a="http://schemas.openxmlformats.org/drawingml/2006/main">
          <a:pPr algn="ctr"/>
          <a:r>
            <a:rPr lang="en-GB" sz="1600" dirty="0" smtClean="0"/>
            <a:t>Pas de </a:t>
          </a:r>
          <a:r>
            <a:rPr lang="en-GB" sz="1600" dirty="0" err="1" smtClean="0"/>
            <a:t>réponse</a:t>
          </a:r>
          <a:endParaRPr lang="en-GB" sz="1600" dirty="0"/>
        </a:p>
        <a:p xmlns:a="http://schemas.openxmlformats.org/drawingml/2006/main">
          <a:pPr algn="ctr"/>
          <a:r>
            <a:rPr lang="en-GB" sz="2400" dirty="0" smtClean="0"/>
            <a:t>(</a:t>
          </a:r>
          <a:r>
            <a:rPr lang="en-GB" sz="2400" b="1" dirty="0" smtClean="0"/>
            <a:t>14</a:t>
          </a:r>
          <a:r>
            <a:rPr lang="en-GB" sz="2400" dirty="0" smtClean="0"/>
            <a:t>)</a:t>
          </a:r>
          <a:endParaRPr lang="en-GB" sz="2400" dirty="0"/>
        </a:p>
      </cdr:txBody>
    </cdr:sp>
  </cdr:relSizeAnchor>
  <cdr:relSizeAnchor xmlns:cdr="http://schemas.openxmlformats.org/drawingml/2006/chartDrawing">
    <cdr:from>
      <cdr:x>0.69687</cdr:x>
      <cdr:y>0.04851</cdr:y>
    </cdr:from>
    <cdr:to>
      <cdr:x>1</cdr:x>
      <cdr:y>0.29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6372200" y="332656"/>
          <a:ext cx="2771800" cy="16561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GB" sz="1800" dirty="0" err="1" smtClean="0">
              <a:solidFill>
                <a:schemeClr val="tx1"/>
              </a:solidFill>
            </a:rPr>
            <a:t>Uitnodigingen</a:t>
          </a:r>
          <a:endParaRPr lang="en-GB" sz="1800" dirty="0" smtClean="0">
            <a:solidFill>
              <a:schemeClr val="tx1"/>
            </a:solidFill>
          </a:endParaRPr>
        </a:p>
        <a:p xmlns:a="http://schemas.openxmlformats.org/drawingml/2006/main">
          <a:pPr algn="ctr"/>
          <a:r>
            <a:rPr lang="en-GB" sz="1800" smtClean="0">
              <a:solidFill>
                <a:schemeClr val="tx1"/>
              </a:solidFill>
            </a:rPr>
            <a:t>    Invitations</a:t>
          </a:r>
          <a:endParaRPr lang="en-GB" sz="1800" dirty="0">
            <a:solidFill>
              <a:schemeClr val="tx1"/>
            </a:solidFill>
          </a:endParaRPr>
        </a:p>
        <a:p xmlns:a="http://schemas.openxmlformats.org/drawingml/2006/main">
          <a:pPr algn="ctr"/>
          <a:r>
            <a:rPr lang="en-GB" sz="2400" dirty="0" smtClean="0">
              <a:solidFill>
                <a:schemeClr val="tx1"/>
              </a:solidFill>
            </a:rPr>
            <a:t>67</a:t>
          </a:r>
          <a:endParaRPr lang="en-GB" sz="2400" dirty="0">
            <a:solidFill>
              <a:schemeClr val="tx1"/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8/26/2019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8/26/2019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fault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23</TotalTime>
  <Words>29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Default Theme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</dc:creator>
  <cp:lastModifiedBy>Hello</cp:lastModifiedBy>
  <cp:revision>4</cp:revision>
  <dcterms:created xsi:type="dcterms:W3CDTF">2019-08-19T11:37:01Z</dcterms:created>
  <dcterms:modified xsi:type="dcterms:W3CDTF">2019-08-26T12:31:24Z</dcterms:modified>
</cp:coreProperties>
</file>